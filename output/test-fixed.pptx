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ound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와인명 테스트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938528" y="180136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8013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1636776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</a:rPr>
              <a:t>Deep ruby red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2026-02-11T09:12:45Z</dcterms:created>
  <dcterms:modified xsi:type="dcterms:W3CDTF">2026-02-11T09:12:45Z</dcterms:modified>
</cp:coreProperties>
</file>