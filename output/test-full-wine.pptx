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 뫼르소 르 리모진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2011680" y="1243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Vincent Girardin Meursault Le Limozin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2026-02-11T07:57:07Z</dcterms:created>
  <dcterms:modified xsi:type="dcterms:W3CDTF">2026-02-11T07:57:07Z</dcterms:modified>
</cp:coreProperties>
</file>