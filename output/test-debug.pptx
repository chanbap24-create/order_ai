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 뱅상 지라르댕 뫼르소 르 리모진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011680"/>
            <a:ext cx="13716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2026-02-11T08:45:24Z</dcterms:created>
  <dcterms:modified xsi:type="dcterms:W3CDTF">2026-02-11T08:45:24Z</dcterms:modified>
</cp:coreProperties>
</file>