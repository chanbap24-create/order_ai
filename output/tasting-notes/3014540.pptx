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1362456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17904" y="118872"/>
            <a:ext cx="4069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뱅상 지라르댕은 1980년 설립된 부르고뉴의 대표적인 네고시앙 메종으로, 꼼꼼한 포도 선별과 전통적인 양조 기법으로 유명합니다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192024" y="768096"/>
            <a:ext cx="648309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938528" y="987552"/>
            <a:ext cx="384962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VG 뱅상 지라르댕 뫼르소 르 리모진</a:t>
            </a:r>
            <a:pPr indent="0" marL="0">
              <a:spcBef>
                <a:spcPts val="200"/>
              </a:spcBef>
              <a:buNone/>
            </a:pPr>
            <a:r>
              <a:rPr lang="en-US" sz="1100" b="1" i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Vincent Girardin Meursault Le Limozin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1481328"/>
            <a:ext cx="1947672" cy="70683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002536" y="1664208"/>
            <a:ext cx="299923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</a:ln>
        </p:spPr>
      </p:sp>
      <p:sp>
        <p:nvSpPr>
          <p:cNvPr id="8" name="Text 4"/>
          <p:cNvSpPr/>
          <p:nvPr/>
        </p:nvSpPr>
        <p:spPr>
          <a:xfrm>
            <a:off x="1920240" y="1764792"/>
            <a:ext cx="466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920240" y="1947672"/>
            <a:ext cx="387705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France, Meursault, Burgundy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938528" y="2212848"/>
            <a:ext cx="466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품종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938528" y="2478024"/>
            <a:ext cx="3959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Chardonnay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938528" y="2761488"/>
            <a:ext cx="60350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빈티지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920240" y="3008376"/>
            <a:ext cx="444398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2010년 빈티지는 부르고뉴에서 매우 우수한 해로 평가받으며, 서늘한 봄과 따뜻한 여름, 건조한 수확기가 이어져 집중도 높은 샤르도네가 생산되었습니다. 산도와 과실미의 완벽한 균형을 보여주는 빈티지입니다.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956816" y="3493008"/>
            <a:ext cx="466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양조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947672" y="3758184"/>
            <a:ext cx="4718304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엄선된 뫼르소 지역의 샤르도네를 손으로 수확하여 부드럽게 압착합니다. 스테인리스 스틸 탱크에서 저온 발효 후, 프렌치 오크통(신통 20%, 1-2년 사용통 80%)에서 10-12개월간 숙성시킵니다. 말로락틱 발효를 부분적으로 진행하여 산도와 크리미함의 균형을 맞춥니다.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알코올: 13.0%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920240" y="5148072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테이스팅 노트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956816" y="5358384"/>
            <a:ext cx="471830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컬러: 밝고 투명한 황금빛 색조를 띠며, 글라스를 돌릴 때 점성이 적당한 다리를 보여줍니다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노즈: 열대과일의 향긋한 아로마가 주를 이루며, 은은한 연기향과 함께 바닐라, 헤이즐넛의 뉘앙스가 복합적으로 어우러집니다. 시간이 지나면서 꽃향기와 미네랄의 섬세한 향이 드러납니다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팔렛: 입안에서 복합적이고 층층이 쌓인 풍미를 보여주며, 열대과일의 풍부함과 오크에서 오는 부드러운 스모키함이 조화롭게 어우러집니다. 중간 정도의 바디감과 생생한 산도, 긴 여운이 매우 매력적입니다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잠재력: 현재부터 8-10년간 숙성 가능하며, 시간이 지날수록 더욱 복합적인 풍미와 부드러운 텍스처를 발전시킵니다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서빙 온도: 10-12°C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947672" y="6729984"/>
            <a:ext cx="94183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푸드 페어링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1947672" y="704088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굴이나 가리비 요리, 크림소스 파스타, 로스트 치킨, 브리치즈, 랍스터 테르미도르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920240" y="7452360"/>
            <a:ext cx="1078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글라스 페어링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920240" y="7763256"/>
            <a:ext cx="51023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부르고뉴 화이트 와인 글라스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37744" y="8284464"/>
            <a:ext cx="648309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348472"/>
            <a:ext cx="18288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6344" y="8348472"/>
            <a:ext cx="5943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수상내역  2010 빈티지 - International Wine Challenge 실버 메달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192024" y="8705088"/>
            <a:ext cx="6483096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" y="8869680"/>
            <a:ext cx="86868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24128" y="8878824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㈜까브드뱅   T. 02-786-3136 |  www.cavedevin.co.kr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Tasting Notes</dc:title>
  <dc:subject>PptxGenJS Presentation</dc:subject>
  <dc:creator>까브드뱅 와인 관리 시스템</dc:creator>
  <cp:lastModifiedBy>까브드뱅 와인 관리 시스템</cp:lastModifiedBy>
  <cp:revision>1</cp:revision>
  <dcterms:created xsi:type="dcterms:W3CDTF">2026-02-11T02:25:53Z</dcterms:created>
  <dcterms:modified xsi:type="dcterms:W3CDTF">2026-02-11T02:25:53Z</dcterms:modified>
</cp:coreProperties>
</file>