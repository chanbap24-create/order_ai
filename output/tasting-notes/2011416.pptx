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17904" y="118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샤토 마이에는 보르도 우안 지역의 명품 와인 산지인 포므롤에 위치한 부티크 와이너리입니다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92024" y="768096"/>
            <a:ext cx="6483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938528" y="987552"/>
            <a:ext cx="384962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 샤토 마이에</a:t>
            </a:r>
            <a:pPr indent="0" marL="0">
              <a:spcBef>
                <a:spcPts val="200"/>
              </a:spcBef>
              <a:buNone/>
            </a:pPr>
            <a:r>
              <a:rPr lang="en-US" sz="1100" b="1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Chateau Maillet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481328"/>
            <a:ext cx="1947672" cy="7068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02536" y="1664208"/>
            <a:ext cx="29992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sp>
        <p:nvSpPr>
          <p:cNvPr id="8" name="Text 4"/>
          <p:cNvSpPr/>
          <p:nvPr/>
        </p:nvSpPr>
        <p:spPr>
          <a:xfrm>
            <a:off x="1920240" y="1764792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920240" y="1947672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Pomerol, Bordeaux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938528" y="221284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품종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938528" y="2478024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Merlot, Cabernet Franc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938528" y="2761488"/>
            <a:ext cx="60350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빈티지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20240" y="3008376"/>
            <a:ext cx="44439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2011년은 보르도 지역에서 도전적인 빈티지로 평가받으나, 포므롤의 뛰어난 테루아와 세심한 포도밭 관리로 농축된 과실미와 균형잡힌 구조감을 갖춘 와인이 생산되었습니다. 여름철 적당한 강우와 수확기의 좋은 날씨가 품질 향상에 기여했습니다.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956816" y="349300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947672" y="3758184"/>
            <a:ext cx="47183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수확은 완전히 익은 상태에서 수작업으로 진행되며, 온도 조절이 가능한 스테인리스 스틸 탱크에서 발효됩니다. 말로락틱 발효 후 프렌치 오크통에서 12-18개월간 숙성되며, 이 과정에서 정기적인 바토나주를 통해 풍미를 더욱 깊게 만듭니다. 병입 전 여과 과정을 거쳐 최종 완성됩니다.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15%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920240" y="5148072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테이스팅 노트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56816" y="5358384"/>
            <a:ext cx="4718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컬러: 깊고 진한 자주색에서 거의 불투명한 검은 자주색에 가까운 농밀한 색상을 보이며, 글라스 가장자리에서는 살짝 벽돌색 뉘앙스가 감지됩니다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노즈: 건포도와 다크 초콜릿, 자두와 검은 플럼의 풍부하고 완숙한 아로마가 주를 이루며, 토스티한 스파이스, 따뜻한 빵, 플로럴 노트와 감초 향이 복합적으로 어우러집니다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팔렛: 부드럽고 벨벳 같은 질감으로 입안을 감싸며, 농축된 검은 과실과 체리의 달콤하고 육즙이 풍부한 맛이 펼쳐집니다. 섬세한 타닌과 신선한 산도가 균형을 이루며, 코코아와 감초 뉘앙스가 긴 여운과 함께 지속됩니다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잠재력: 현재부터 2040년까지 약 15년간 숙성 가능하며, 2028년부터 최적의 음용 시기에 도달할 것으로 예상됩니다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 온도: 16-18°C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47672" y="6729984"/>
            <a:ext cx="9418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947672" y="704088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소고기 스테이크, 양고기 로스트, 오리 콩피, 숙성 치즈, 버섯 리조또, 다크 초콜릿 디저트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920240" y="7452360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글라스 페어링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920240" y="776325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보르도 글라스 또는 대형 부르고뉴 글라스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7744" y="8284464"/>
            <a:ext cx="648309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48472"/>
            <a:ext cx="18288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" y="834847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수상내역  다양한 와인 비평가들로부터 좋은 점수를 받은 것으로 기록됨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92024" y="8705088"/>
            <a:ext cx="6483096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8869680"/>
            <a:ext cx="86868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4128" y="88788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㈜까브드뱅   T. 02-786-3136 |  www.cavedevin.co.kr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Tasting Notes</dc:title>
  <dc:subject>PptxGenJS Presentation</dc:subject>
  <dc:creator>까브드뱅 와인 관리 시스템</dc:creator>
  <cp:lastModifiedBy>까브드뱅 와인 관리 시스템</cp:lastModifiedBy>
  <cp:revision>1</cp:revision>
  <dcterms:created xsi:type="dcterms:W3CDTF">2026-02-11T02:45:00Z</dcterms:created>
  <dcterms:modified xsi:type="dcterms:W3CDTF">2026-02-11T02:45:00Z</dcterms:modified>
</cp:coreProperties>
</file>