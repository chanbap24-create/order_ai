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17904" y="118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메종 로쉬 드 벨렌은 니콜라 포텔이 2008년에 설립한 와이너리로, 도멘 드 벨렌(와이너리)과 로쉬 드 벨렌(네고시앙) 두 개의 브랜드를 운영합니다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92024" y="768096"/>
            <a:ext cx="6483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938528" y="987552"/>
            <a:ext cx="384962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 사비니 레 본</a:t>
            </a:r>
            <a:pPr indent="0" marL="0">
              <a:spcBef>
                <a:spcPts val="200"/>
              </a:spcBef>
              <a:buNone/>
            </a:pPr>
            <a:r>
              <a:rPr lang="en-US" sz="1100" b="1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Nicolas Potel Maison Roche de Bellene Savigny-les-Beaune Vieilles Vignes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481328"/>
            <a:ext cx="1947672" cy="70683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002536" y="1664208"/>
            <a:ext cx="29992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</a:ln>
        </p:spPr>
      </p:sp>
      <p:sp>
        <p:nvSpPr>
          <p:cNvPr id="8" name="Text 4"/>
          <p:cNvSpPr/>
          <p:nvPr/>
        </p:nvSpPr>
        <p:spPr>
          <a:xfrm>
            <a:off x="1920240" y="1764792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920240" y="1947672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Savigny-les-Beaune, Burgundy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938528" y="2212848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품종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938528" y="2478024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Pinot Noir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938528" y="2761488"/>
            <a:ext cx="60350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빈티지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20240" y="3008376"/>
            <a:ext cx="44439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부르고뉴 지역의 전형적인 대륙성 기후의 영향을 받아 우아하면서도 집중도 높은 특성을 보입니다. 오래된 포도나무로부터 나오는 낮은 수확량으로 인해 응축된 풍미와 복합성이 뛰어납니다.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956816" y="3493008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양조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947672" y="3758184"/>
            <a:ext cx="47183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1947년에 식재된 50년 이상의 오래된 포도나무에서 수확한 피노 누아를 사용합니다. 전통적인 부르고뉴 양조법을 따라 온도 조절된 스테인리스 탱크에서 발효하며, 프렌치 오크통에서 12-14개월간 숙성시킵니다. 말로락틱 발효를 통해 산도를 부드럽게 조절하고, 병입 전 가벼운 청징과 여과 과정을 거칩니다.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13%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920240" y="5148072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테이스팅 노트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56816" y="5358384"/>
            <a:ext cx="47183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컬러: 진한 루비색에서 가넷빛으로 변화하는 아름다운 색상을 보이며, 농축된 색감이 오래된 포도나무의 집중도를 보여줍니다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노즈: 강한 스모키한 캐릭터가 특징적이며, 잘 익은 적체리와 베리 과일의 향이 풍부합니다. 오크 숙성에서 나오는 바닐라와 토스트 향, 그리고 부르고뉴 테루아 특유의 미네랄 향이 복합적으로 어우러집니다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팔렛: 입에서는 진하고 집중된 맛이 느껴지며, 잘 익은 블랙체리 풍미가 주를 이룹니다. 단단한 탄닌이 구조감을 제공하면서도 산뜻한 산미가 균형을 잡아줍니다. 육즙이 풍부한 과일 맛과 함께 긴 여운이 인상적입니다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잠재력: 현재부터 2025년까지 마실 수 있으며, 적절한 보관 조건 하에서 5-8년간 숙성이 가능합니다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 온도: 16-18°C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47672" y="6729984"/>
            <a:ext cx="9418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947672" y="704088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소고기 부르기뇽, 오리 콩피, 구운 양고기, 숙성 치즈(에포아스, 카망베르), 버섯 리조또, 트뤼플 요리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920240" y="7452360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글라스 페어링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920240" y="776325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부르고뉴 글라스 또는 피노 누아 전용 글라스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37744" y="8284464"/>
            <a:ext cx="648309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48472"/>
            <a:ext cx="18288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6344" y="834847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수상내역  Wine Enthusiast 평점 및 리뷰 수록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92024" y="8705088"/>
            <a:ext cx="6483096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8869680"/>
            <a:ext cx="86868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24128" y="887882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㈜까브드뱅   T. 02-786-3136 |  www.cavedevin.co.kr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Tasting Notes</dc:title>
  <dc:subject>PptxGenJS Presentation</dc:subject>
  <dc:creator>까브드뱅 와인 관리 시스템</dc:creator>
  <cp:lastModifiedBy>까브드뱅 와인 관리 시스템</cp:lastModifiedBy>
  <cp:revision>1</cp:revision>
  <dcterms:created xsi:type="dcterms:W3CDTF">2026-02-11T02:28:10Z</dcterms:created>
  <dcterms:modified xsi:type="dcterms:W3CDTF">2026-02-11T02:28:10Z</dcterms:modified>
</cp:coreProperties>
</file>