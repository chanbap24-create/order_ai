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World - pptxgenjs test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한글 테스트 - 맑은 고딕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2026-02-11T09:07:20Z</dcterms:created>
  <dcterms:modified xsi:type="dcterms:W3CDTF">2026-02-11T09:07:20Z</dcterms:modified>
</cp:coreProperties>
</file>