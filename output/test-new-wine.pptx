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VG 뱅상 지라르댕 뫼르소 르 리모진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테이스팅 노트 없음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2026-02-11T07:56:01Z</dcterms:created>
  <dcterms:modified xsi:type="dcterms:W3CDTF">2026-02-11T07:56:01Z</dcterms:modified>
</cp:coreProperties>
</file>