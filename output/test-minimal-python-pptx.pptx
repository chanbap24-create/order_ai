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Hello World - python-pptx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한글 테스트 - 맑은 고딕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