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9344" y="182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뱅상 지라르댕은 1980년 설립된 부르고뉴의 명문 와이너리로, 코트 도르 전역에서 약 20헥타르의 포도밭을 소유하고 있습니다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923544"/>
            <a:ext cx="45720" cy="621792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19956" y="1632204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645160000" dist="241935000" dir="486000000000">
              <a:srgbClr val="000000">
                <a:alpha val="8000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938528" y="221284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8193532000000" dist="3072574500000" dir="29160000000000000">
              <a:srgbClr val="000000">
                <a:alpha val="800000000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938528" y="2761488"/>
            <a:ext cx="59436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606040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04057856400000000" dist="39021696150000000" dir="1.7496e+21">
              <a:srgbClr val="000000">
                <a:alpha val="80000000000000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938528" y="331012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32153477628e+21" dist="495575541105000000000" dir="1.04976e+26">
              <a:srgbClr val="000000">
                <a:alpha val="8e+23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938528" y="4892040"/>
            <a:ext cx="1207008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6783491658756e+25" dist="6.2938093720335e+24" dir="6.29856e+30">
              <a:srgbClr val="000000">
                <a:alpha val="8e+28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938528" y="7479792"/>
            <a:ext cx="86868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302752"/>
            <a:ext cx="201168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8851392"/>
            <a:ext cx="868680" cy="2286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2026-02-11T07:07:46Z</dcterms:created>
  <dcterms:modified xsi:type="dcterms:W3CDTF">2026-02-11T07:07:46Z</dcterms:modified>
</cp:coreProperties>
</file>