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9344" y="182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뱅상 지라르댕은 1980년 설립된 부르고뉴의 명문 와이너리로, 코트 도르 전역에서 약 20헥타르의 포도밭을 소유하고 있습니다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74520" y="923544"/>
            <a:ext cx="45720" cy="621792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93268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 뱅상 지라르댕 뫼르소 르 리모진</a:t>
            </a:r>
            <a:pPr indent="0" marL="0">
              <a:spcBef>
                <a:spcPts val="200"/>
              </a:spcBef>
              <a:buNone/>
            </a:pPr>
            <a:r>
              <a:rPr lang="en-US" sz="1050" b="1" i="1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Vincent Girardin Meursault Le Limozin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19956" y="1632204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645160000" dist="241935000" dir="486000000000">
              <a:srgbClr val="000000">
                <a:alpha val="8000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938528" y="180136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38528" y="221284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874520" y="2706624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8193532000000" dist="3072574500000" dir="29160000000000000">
              <a:srgbClr val="000000">
                <a:alpha val="8000000000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938528" y="2761488"/>
            <a:ext cx="59436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606040" y="275234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뫼르소 지역은 석회질 토양의 특성상 빈티지별 기후 변화에 민감하게 반응합니다. 일반적으로 서늘한 해에는 더욱 우아하고 미네랄한 특성을, 따뜻한 해에는 더욱 풍성하고 트로피컬한 과실 풍미를 보여줍니다.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874520" y="3419856"/>
            <a:ext cx="4754880" cy="1572768"/>
          </a:xfrm>
          <a:prstGeom prst="roundRect">
            <a:avLst>
              <a:gd name="adj" fmla="val 465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04057856400000000" dist="39021696150000000" dir="1.7496e+21">
              <a:srgbClr val="000000">
                <a:alpha val="80000000000000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938528" y="3474720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965960" y="3749040"/>
            <a:ext cx="45720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874520" y="5074920"/>
            <a:ext cx="4754880" cy="1572768"/>
          </a:xfrm>
          <a:prstGeom prst="roundRect">
            <a:avLst>
              <a:gd name="adj" fmla="val 465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32153477628e+21" dist="495575541105000000000" dir="1.04976e+26">
              <a:srgbClr val="000000">
                <a:alpha val="8e+23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938528" y="5120640"/>
            <a:ext cx="1207008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965960" y="5376672"/>
            <a:ext cx="457200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874520" y="6729984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6783491658756e+25" dist="6.2938093720335e+24" dir="6.29856e+30">
              <a:srgbClr val="000000">
                <a:alpha val="8e+28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938528" y="6784848"/>
            <a:ext cx="86868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965960" y="7022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11680" y="74066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938528" y="7479792"/>
            <a:ext cx="9601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글라스 페어링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65960" y="7726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부르고뉴 샤르도네 전용 글라스 또는 화이트 와인용 보울형 글라스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02752"/>
            <a:ext cx="201168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8851392"/>
            <a:ext cx="868680" cy="2286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Tasting Notes</dc:title>
  <dc:subject>PptxGenJS Presentation</dc:subject>
  <dc:creator>까브드뱅 와인 관리 시스템</dc:creator>
  <cp:lastModifiedBy>까브드뱅 와인 관리 시스템</cp:lastModifiedBy>
  <cp:revision>1</cp:revision>
  <dcterms:created xsi:type="dcterms:W3CDTF">2026-02-11T05:43:00Z</dcterms:created>
  <dcterms:modified xsi:type="dcterms:W3CDTF">2026-02-11T05:43:00Z</dcterms:modified>
</cp:coreProperties>
</file>